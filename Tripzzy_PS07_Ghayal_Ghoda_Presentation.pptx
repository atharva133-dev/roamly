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MAHATMA EDUCATION SOCIETY'S • PILLAI UNIVERSITY • TECH ALEGRIA</a:t>
            </a: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HackCelestial 3.0 — Official Pitch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0292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TEAM NAME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Ghayal Ghoda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31920"/>
            <a:ext cx="50292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PROBLEM STATEMENT TITLE &amp; ID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Personalized Dynamic Tour Planning &amp; Tour Operations Platform — PS-07</a:t>
            </a:r>
          </a:p>
          <a:p>
            <a:br/>
            <a:pPr>
              <a:defRPr sz="1400" b="1">
                <a:solidFill>
                  <a:srgbClr val="2563EB"/>
                </a:solidFill>
              </a:defRPr>
            </a:pPr>
            <a:r>
              <a:t>Project Name: Tripzzy (Roamly)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371600"/>
            <a:ext cx="5790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554480"/>
            <a:ext cx="52422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03. PITCH SUMMARY &amp; ABSTRACT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Abstract: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Tripzzy (Roamly) is an end-to-end personalized dynamic tour planning and tour operations platform.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It empowers users to instantly generate customized, multi-city travel itineraries based on budget, travel style, dates, accommodation, and specific interests.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The platform simplifies complex trip planning, multi-city routing, scheduling, and tour operations management in a unified interface.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Integrates a high-performance Redis + BullMQ asynchronous task queue to eliminate LLM processing latency and ensure zero-wait user experience.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Features an interactive 3D Canvas Globe, synchronized Map &amp; Calendar schedule views, and standardized INR (₹) cost calculations.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Provides a centralized administrative dashboard for tour operators to monitor trending destinations, activity distribution, and user reviews.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</a:defRPr>
            </a:pPr>
            <a:r>
              <a:t>•  Tripzzy makes tour planning fast, flexible, convenient, transparent, and highly efficient for both travelers and tour operators.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HACKCELESTIAL 3.0 • PILLAI UNIVERSITY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Proposed Solution — Tripzzy (Roamly)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Smart AI Itinerary Generation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Utilizes Google Gemini LLM to create detailed daily travel itineraries with morning, afternoon, and evening activities tailored to user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8030" y="1371600"/>
            <a:ext cx="3474720" cy="914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0910" y="15544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Dynamic Multi-City Routing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Automatically partitions trip duration logically across multiple destination cities, ordering stops and recommending optimal transport.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68335" y="1371600"/>
            <a:ext cx="3474720" cy="9144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215" y="155448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Asynchronous BullMQ Task Queue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Employs Redis key-value cache &amp; BullMQ workers with multi-stage DLQ retries to eliminate API latency during heavy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474720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Dual Map &amp; Calendar Synchronization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Combines an interactive 3D Canvas Globe, geographical map pinpoints, and a chronological calendar timeline for total clarity.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58030" y="40233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58030" y="4023360"/>
            <a:ext cx="3474720" cy="91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0910" y="42062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Localized INR Currency Standardizer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Automatically converts global currency costs ($ USD, € EUR, £ GBP, ¥ JPY) into normalized Indian Rupees (INR ₹) with locale formatting.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335" y="402336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68335" y="4023360"/>
            <a:ext cx="3474720" cy="914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1215" y="42062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Unified Tour Operations Dashboard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Offers centralized analytics for tour operators and admins to monitor user trends, popular city stats, and review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HACKCELESTIAL 3.0 • PILLAI UNIVERSITY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 Architecture &amp; End-to-End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544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36192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1. User Request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User inputs destinations, dates, budget &amp; style on Next.js 15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030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0910" y="155448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0910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8110" y="1536192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2. Auth &amp; Gateway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Clerk verifies session; Next.js API endpoint validates payload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335" y="137160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1215" y="1554480"/>
            <a:ext cx="365760" cy="36576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215" y="1554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8415" y="1536192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3. Redis &amp; BullMQ Queue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Checks Redis cache; if missing, enqueues job into BullMQ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96512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4. Gemini AI Worker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Worker executes Google Gemini LLM API with fallback &amp; INR converter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8030" y="3931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40910" y="41148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0910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8110" y="4096512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5. Prisma PostgreSQL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Stores users, trips, stops, activities, budgets &amp; reviews in Postgres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8335" y="3931920"/>
            <a:ext cx="347472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51215" y="411480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1215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8415" y="4096512"/>
            <a:ext cx="2651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6. Interactive Delivery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Renders 3D Canvas Globe, Map view, Calendar schedule &amp; INR breakdown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52160"/>
            <a:ext cx="11094415" cy="640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⚡ Key Architecture Highlight: Asynchronous execution decouples heavy LLM generation from the HTTP request/response cycle, guaranteeing instant UI response &amp; resilient fault tolerance.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HACKCELESTIAL 3.0 • PILLAI UNIVERSITY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Innovation &amp; Unique Functionality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5531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Crash-Proof 3D Canvas Globe Engine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Custom-built 2D Canvas rendering engine with 3D matrix mathematics, specular shading, animated arc vectors, and pulsing markers.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Zero WebGL extension dependencies.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Prevents 'Cannot read properties of null' WebGL context crashes across low-end mobile devices and browser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6830" y="1371600"/>
            <a:ext cx="545531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6830" y="1371600"/>
            <a:ext cx="109728" cy="2377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150" y="15087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Multi-Stage Asynchronous Task Queue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Production-ready Redis + BullMQ queuing pipeline featuring: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Automated SHA-256 request input hashing to serve cached itineraries instantly.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Dual-stage Dead Letter Queues (DLQ1 &amp; DLQ2) with exponential backoff retries for resilient API fault tolerance.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45531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109728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Localized Currency Standardizer (INR ₹)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Real-time currency normalization engine: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Automatically detects foreign currencies ($ USD, € EUR, £ GBP, ¥ JPY, AUD, CAD) in AI outputs.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Converts all budget line-items into standardized Indian Rupees (INR ₹) formatted using Indian locale standards (en-IN).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6830" y="3931920"/>
            <a:ext cx="545531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6830" y="3931920"/>
            <a:ext cx="109728" cy="2377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150" y="40690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F172A"/>
                </a:solidFill>
              </a:defRPr>
            </a:pPr>
            <a:r>
              <a:t>Unified Dual-View &amp; Operations Hub</a:t>
            </a:r>
          </a:p>
          <a:p>
            <a:pPr>
              <a:spcAft>
                <a:spcPts val="200"/>
              </a:spcAft>
              <a:defRPr sz="1200" b="1">
                <a:solidFill>
                  <a:srgbClr val="0F172A"/>
                </a:solidFill>
              </a:defRPr>
            </a:pPr>
            <a:r>
              <a:t>Seamlessly bridges individual traveler planning with commercial tour operations: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Spatial 3D Globe &amp; Map views paired with chronological Calendar schedules.</a:t>
            </a:r>
          </a:p>
          <a:p>
            <a:pPr>
              <a:spcAft>
                <a:spcPts val="200"/>
              </a:spcAft>
              <a:defRPr sz="1100">
                <a:solidFill>
                  <a:srgbClr val="475569"/>
                </a:solidFill>
              </a:defRPr>
            </a:pPr>
            <a:r>
              <a:t>• Community trip discovery network for travelers &amp; administrative oversight dashboard for tour operators.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HACKCELESTIAL 3.0 • PILLAI UNIVERSITY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Details — Stack, Deployment &amp;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FRAMEWORKS &amp; TECH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Frontend Framework: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Next.js 15 (App Router), React 19, TypeScript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Styling &amp; UI: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Tailwind CSS, Shadcn UI, Framer Motion, Lucide Icons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Task Queue &amp; Cache: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Redis (ioredis), BullMQ Worker Queues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AI Generation: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Google Generative AI (Gemini LLM API)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Database &amp; ORM: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PostgreSQL, Prisma ORM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Authentication: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Clerk Authentication (Social &amp; Email Login)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Visualization Engine: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Custom HTML5 Canvas 2D/3D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0910" y="155448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DEPLOYMENT SETUP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Web Application Host: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Vercel Cloud Platform</a:t>
            </a:r>
            <a:br/>
            <a:r>
              <a:t>(Serverless &amp; Edge Next.js Functions)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Redis Cache &amp; Queues: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Upstash Serverless Redis</a:t>
            </a:r>
            <a:br/>
            <a:r>
              <a:t>(Fully managed, low latency key-value store)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Database Hosting: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Neon PostgreSQL Serverless</a:t>
            </a:r>
            <a:br/>
            <a:r>
              <a:t>(Auto-scaling relational cloud database)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AI Service Deployment: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Google Cloud Gemini API Gateway</a:t>
            </a:r>
            <a:br/>
            <a:r>
              <a:t>(High-throughput LLM endpoints)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CI/CD Pipeline: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GitHub Actions &amp; Vercel Automated Preview Builds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8335" y="1371600"/>
            <a:ext cx="34747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215" y="155448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ESTIMATED OPERATIONAL COST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Vercel Hosting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$0 - $20 / month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Upstash Redis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$0 - $10 / month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Neon PostgreSQL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$0 - $25 / month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Gemini AI API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Free Tier / Pay-as-you-go (~$0.0001 per call)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Clerk Authentication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Free Tier (up to 10,000 MAU)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TOTAL ESTIMATED COST:</a:t>
            </a:r>
          </a:p>
          <a:p>
            <a:pPr>
              <a:defRPr sz="2000" b="1">
                <a:solidFill>
                  <a:srgbClr val="2563EB"/>
                </a:solidFill>
              </a:defRPr>
            </a:pPr>
            <a:r>
              <a:t>~$0 – $55 / 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Calibri"/>
              </a:defRPr>
            </a:pPr>
            <a:r>
              <a:t>HACKCELESTIAL 3.0 • PILLAI UNIVERSITY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Existing Solutions and Comparison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615"/>
                <a:gridCol w="1920240"/>
                <a:gridCol w="1645920"/>
                <a:gridCol w="1645920"/>
                <a:gridCol w="1737360"/>
                <a:gridCol w="173736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Dimension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Tripzzy (Roamly)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TripIt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Wanderlog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ChatGPT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Tour Operators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Real-time AI Itinerary Synthesis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✅ Instant &amp; Dynamic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Manual Forwarding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Limited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Text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Slow / 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Asynchronous Queue (BullMQ)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✅ Built-in Queue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Crash-Proof 3D Globe Visualizer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✅ Interactive 3D Canvas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Static Maps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Basic 2D Pin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Text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Printed Papers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Localized Currency (INR ₹)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✅ Automated Conversion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USD / Local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Mixed Currency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Manual Prompting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Fixed Quotes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Multi-City Route Auto-Optimizer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✅ Smart Logical Splits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Manual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Semi-Automated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Inconsistent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Pre-packaged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Integrated Admin &amp; Community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✅ Analytics + Sharing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Personal Only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⚠️ Basic Sharing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❌ Closed Systems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